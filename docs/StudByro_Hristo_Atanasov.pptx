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Системата покрива целия цикъл: от създаване на учебен план до записване на студенти и въвеждане на оценки.</a:t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Използваме модерен JavaScript стек от край до край. API-то работи на порт 3000, клиентът на 3001.</a:t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Класическа трислойна архитектура. Frontend-ът комуникира с REST API, което валидира ролята и работи с базата чрез ORM модели.</a:t>
            </a:r>
            <a:endParaRPr/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Всяка роля вижда само релевантните данни. Админът свързва преподаватели с курсове и курсове с учебни планове.</a:t>
            </a:r>
            <a:endParaRPr/>
          </a:p>
        </p:txBody>
      </p:sp>
      <p:sp>
        <p:nvSpPr>
          <p:cNvPr id="123" name="Google Shape;12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Акцент върху реални сценарии: студентът вижда разписанието си като календар, преподавателят въвежда оценки, админът управлява структурата.</a:t>
            </a:r>
            <a:endParaRPr/>
          </a:p>
        </p:txBody>
      </p:sp>
      <p:sp>
        <p:nvSpPr>
          <p:cNvPr id="131" name="Google Shape;13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StudByro е работещ прототип с пълна синхронизация между frontend и backend. Благодаря за вниманието — готов съм за въпроси.</a:t>
            </a:r>
            <a:endParaRPr/>
          </a:p>
        </p:txBody>
      </p:sp>
      <p:sp>
        <p:nvSpPr>
          <p:cNvPr id="139" name="Google Shape;13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2563EB"/>
                </a:solidFill>
              </a:rPr>
              <a:t>StudByro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</a:rPr>
              <a:t>Уеб система за академично управление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64748B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</a:rPr>
              <a:t>Христо Атанасов 8MI0800695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64748B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</a:rPr>
              <a:t>https://github.com/itcaka50/studbyro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2563EB"/>
                </a:solidFill>
              </a:rPr>
              <a:t>Проблем и цел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Разпокъсани данни: факултети, курсове, студенти, преподаватели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Нужда от единен достъп за администратор, студент и преподавател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Цел: централизирана система с роли, CRUD и лични портали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2563EB"/>
                </a:solidFill>
              </a:rPr>
              <a:t>Какво е StudByro?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Student Information System (SIS) за български университет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Админ панел — CRUD за всички академични обекти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Студентски портал — специалност, курсове, оценки, разписание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Преподавателски портал — курсове, оценяване, график</a:t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2563EB"/>
                </a:solidFill>
              </a:rPr>
              <a:t>Технологичен стек</a:t>
            </a: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457200" y="15825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Frontend: React 18, TypeScript, React Router, Axios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Backend: Node.js, Express, TypeScript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База данни: PostgreSQL + Knex/Objection ORM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Сигурност: JWT автентикация, bcrypt, role-based access</a:t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2563EB"/>
                </a:solidFill>
              </a:rPr>
              <a:t>Архитектура</a:t>
            </a:r>
            <a:endParaRPr/>
          </a:p>
        </p:txBody>
      </p:sp>
      <p:sp>
        <p:nvSpPr>
          <p:cNvPr id="118" name="Google Shape;118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React SPA  →  REST API  →  PostgreSQL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Слоеве: routes → controllers → services → models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JWT токен в Authorization header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Middleware: requireAdmin / requireStudent / requireTeacher</a:t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2563EB"/>
                </a:solidFill>
              </a:rPr>
              <a:t>Роли в системата</a:t>
            </a:r>
            <a:endParaRPr/>
          </a:p>
        </p:txBody>
      </p:sp>
      <p:sp>
        <p:nvSpPr>
          <p:cNvPr id="126" name="Google Shape;126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Администратор — потребители, факултети, курикулуми, разписания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Студент — профил, учебен план, записване, седмичен календар, оценки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Преподавател — назначени курсове, оценяване, разписание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Гост — ограничен преглед без автентикация</a:t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2563EB"/>
                </a:solidFill>
              </a:rPr>
              <a:t>Ключови функции</a:t>
            </a:r>
            <a:endParaRPr/>
          </a:p>
        </p:txBody>
      </p:sp>
      <p:sp>
        <p:nvSpPr>
          <p:cNvPr id="134" name="Google Shape;134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Учебен план по семестри с ECTS и задължителни/избираеми дисциплини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Седмичен календар — лекции, семинари, практикуми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Оценяване по 6-бална система с текстови етикети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Пълен CRUD за факултети, катедри, курсове, студенти</a:t>
            </a:r>
            <a:endParaRPr/>
          </a:p>
        </p:txBody>
      </p:sp>
      <p:sp>
        <p:nvSpPr>
          <p:cNvPr id="135" name="Google Shape;135;p1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ct val="100000"/>
              <a:buFont typeface="Calibri"/>
              <a:buNone/>
            </a:pPr>
            <a:r>
              <a:rPr b="1" lang="en-US" sz="4800">
                <a:solidFill>
                  <a:srgbClr val="2563EB"/>
                </a:solidFill>
              </a:rPr>
              <a:t>Благодаря за вниманието!</a:t>
            </a:r>
            <a:endParaRPr/>
          </a:p>
        </p:txBody>
      </p:sp>
      <p:sp>
        <p:nvSpPr>
          <p:cNvPr id="142" name="Google Shape;142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</a:rPr>
              <a:t>Въпроси?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3" name="Google Shape;143;p2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